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819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353392" y="-548640"/>
            <a:ext cx="5029200" cy="502920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46400" y="2514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u="sng" dirty="0" err="1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Nexthikes</a:t>
            </a:r>
            <a:endParaRPr lang="en-US" sz="4800" b="1" u="sng" dirty="0">
              <a:solidFill>
                <a:schemeClr val="bg1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85796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34133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Mobile Phones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914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Enhancement  |  Machine Learning Model  |</a:t>
            </a:r>
            <a:endParaRPr lang="en-US" sz="11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C9C439B5-6B16-F806-BEA8-AE506FE93E2F}"/>
              </a:ext>
            </a:extLst>
          </p:cNvPr>
          <p:cNvSpPr/>
          <p:nvPr/>
        </p:nvSpPr>
        <p:spPr>
          <a:xfrm>
            <a:off x="6371772" y="3352263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VARUN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Business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prominent organization selling mobile phones seeks to enhance its pricing strategy by understanding key features that influence prices in the competitive market.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 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Color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RAM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&amp; Front Camera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Lens Support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Height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(Target)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91640" y="2423160"/>
            <a:ext cx="32004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1417320" cy="3566160"/>
          </a:xfrm>
          <a:prstGeom prst="rect">
            <a:avLst/>
          </a:prstGeom>
          <a:solidFill>
            <a:srgbClr val="0F2A3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417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understand structure, types, and value ranges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2423160"/>
            <a:ext cx="32004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1993392" y="1005840"/>
            <a:ext cx="1417320" cy="3566160"/>
          </a:xfrm>
          <a:prstGeom prst="rect">
            <a:avLst/>
          </a:prstGeom>
          <a:solidFill>
            <a:srgbClr val="0F2A3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005840"/>
            <a:ext cx="14173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039112" y="1097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39112" y="17373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outliers &amp; encode categoricals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9784" y="2423160"/>
            <a:ext cx="32004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Shape 14"/>
          <p:cNvSpPr/>
          <p:nvPr/>
        </p:nvSpPr>
        <p:spPr>
          <a:xfrm>
            <a:off x="3712464" y="1005840"/>
            <a:ext cx="1417320" cy="3566160"/>
          </a:xfrm>
          <a:prstGeom prst="rect">
            <a:avLst/>
          </a:prstGeom>
          <a:solidFill>
            <a:srgbClr val="0F2A3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05840"/>
            <a:ext cx="14173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097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758184" y="17373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85616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most relevant features using statistical methods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48856" y="2423160"/>
            <a:ext cx="32004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Shape 20"/>
          <p:cNvSpPr/>
          <p:nvPr/>
        </p:nvSpPr>
        <p:spPr>
          <a:xfrm>
            <a:off x="5431536" y="1005840"/>
            <a:ext cx="1417320" cy="3566160"/>
          </a:xfrm>
          <a:prstGeom prst="rect">
            <a:avLst/>
          </a:prstGeom>
          <a:solidFill>
            <a:srgbClr val="0F2A3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31536" y="1005840"/>
            <a:ext cx="1417320" cy="73152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1097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E18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77256" y="17373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04688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model: Linear Regression, Random Forest or Gradient Boosting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50608" y="1005840"/>
            <a:ext cx="1417320" cy="3566160"/>
          </a:xfrm>
          <a:prstGeom prst="rect">
            <a:avLst/>
          </a:prstGeom>
          <a:solidFill>
            <a:srgbClr val="0F2A3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50608" y="1005840"/>
            <a:ext cx="1417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196328" y="1097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196328" y="17373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0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with MAE, RMSE; analyze feature importances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Missing Value Handling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NaN/null entries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with median or mode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if &gt;40% missing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Outlier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and Z-score analysis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extreme values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skewed 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154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Encoding Categoricals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encode: Model, Color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 ordinal features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encode: AI Lens (yes/no)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6400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54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Feature Scaling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numerical columns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regression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for neural nets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 TECHNIQUES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Feature Correlation with Price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3080" y="1435608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6" name="Shape 4"/>
          <p:cNvSpPr/>
          <p:nvPr/>
        </p:nvSpPr>
        <p:spPr>
          <a:xfrm>
            <a:off x="1783080" y="1435608"/>
            <a:ext cx="420624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3716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1865376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0" name="Shape 8"/>
          <p:cNvSpPr/>
          <p:nvPr/>
        </p:nvSpPr>
        <p:spPr>
          <a:xfrm>
            <a:off x="1783080" y="1865376"/>
            <a:ext cx="3886200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01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2295144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3080" y="2295144"/>
            <a:ext cx="338328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2311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609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83080" y="2724912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783080" y="2724912"/>
            <a:ext cx="310896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6609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83080" y="3154680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783080" y="3154680"/>
            <a:ext cx="2743200" cy="22860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0906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83080" y="3584448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3584448"/>
            <a:ext cx="233172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5204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502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783080" y="4014216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1783080" y="4014216"/>
            <a:ext cx="2011680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9502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379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783080" y="4443984"/>
            <a:ext cx="4572000" cy="228600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783080" y="4443984"/>
            <a:ext cx="128016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3799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914400"/>
            <a:ext cx="1920240" cy="393192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0" y="914400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1417320"/>
            <a:ext cx="18105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Dimensionality Reduction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(RF)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BUILDING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54680" y="1298448"/>
            <a:ext cx="1188720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3154680" y="1298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Interpretable, fast 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Assumes linearity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0" y="1298448"/>
            <a:ext cx="118872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298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2984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755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Handles non-linearity, no scaling needed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Prone to overfitting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3172968"/>
            <a:ext cx="11887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3172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172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630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accuracy, robust to noise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069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Slower, less interpretable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3172968"/>
            <a:ext cx="11887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31729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172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6301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performance on tabular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069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Hyperparameter tuning needed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100584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097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 between predicted and actual prices. Easy to interpret in currency units.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37960" y="1280160"/>
            <a:ext cx="210312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Σ|yᵢ - ŷᵢ| / 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33172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514600"/>
            <a:ext cx="100584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14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2423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2834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prediction errors more than MAE. Useful when big errors are especially undesirable.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2606040"/>
            <a:ext cx="210312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606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√(Σ(yᵢ - ŷᵢ)² / 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65760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840480"/>
            <a:ext cx="100584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404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3749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4160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price variance explained by the model. Ranges 0–1; closer to 1 is better.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3931920"/>
            <a:ext cx="210312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931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SS_res / SS_tot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Deliverables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916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/ presentation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and Python scripts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of feature importance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pricing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Recommendations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54480"/>
            <a:ext cx="41148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6916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RAM &amp; processor in pricing tiers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battery &amp; camera as marketing highlights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A/B test with ML-suggested prices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model quarterly with fresh data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LIBRARIES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173736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data analysis and ML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73736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31920" y="11704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57276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cleaning and numerical computing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73736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1704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157276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building, evaluation, and feature selection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743200" cy="173736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926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51560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49300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feature importance charts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743200" cy="173736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2926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931920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49300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gradient boosting for best accuracy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0F2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2926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12280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349300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and presentation of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for Mobile Phones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2743"/>
          </a:xfrm>
          <a:prstGeom prst="rect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 •  scikit-learn  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552</Words>
  <Application>Microsoft Office PowerPoint</Application>
  <PresentationFormat>On-screen Show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 and Price Prediction for Mobile Phones</dc:title>
  <dc:subject>PptxGenJS Presentation</dc:subject>
  <dc:creator>PptxGenJS</dc:creator>
  <cp:lastModifiedBy>Nitin .</cp:lastModifiedBy>
  <cp:revision>2</cp:revision>
  <dcterms:created xsi:type="dcterms:W3CDTF">2026-03-10T14:48:35Z</dcterms:created>
  <dcterms:modified xsi:type="dcterms:W3CDTF">2026-03-10T15:11:49Z</dcterms:modified>
</cp:coreProperties>
</file>